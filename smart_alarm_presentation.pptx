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5C8A"/>
                </a:solidFill>
              </a:defRPr>
            </a:pPr>
            <a:r>
              <a:t>🌞 Smart Alarm Clock – Party Edition</a:t>
            </a:r>
            <a:br/>
            <a:r>
              <a:t>Graduation Project Presentation</a:t>
            </a:r>
            <a:br/>
            <a:r>
              <a:t>유현지 | 순천향대학교 의료IT공학과 | 2025.11.04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126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9696"/>
                </a:solidFill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5C8A"/>
                </a:solidFill>
              </a:defRPr>
            </a:pPr>
            <a:r>
              <a:t>문제 인식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444444"/>
                </a:solidFill>
              </a:defRPr>
            </a:pPr>
            <a:r>
              <a:t>하루의 시작, 알람은 있지만 동기부여는 없다.</a:t>
            </a:r>
            <a:br/>
            <a:r>
              <a:t>- 일정과 연동되지 않음</a:t>
            </a:r>
            <a:br/>
            <a:r>
              <a:t>- 감성 부족</a:t>
            </a:r>
            <a:br/>
            <a:r>
              <a:t>- 피드백 부재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26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9696"/>
                </a:solidFill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5C8A"/>
                </a:solidFill>
              </a:defRPr>
            </a:pPr>
            <a:r>
              <a:t>연구 목적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444444"/>
                </a:solidFill>
              </a:defRPr>
            </a:pPr>
            <a:r>
              <a:t>기상 데이터를 통한 자기관리 시스템 구축</a:t>
            </a:r>
            <a:br/>
            <a:r>
              <a:t>① 일정 연동 ② 감성적 인터페이스 ③ 데이터 기반 피드백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26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9696"/>
                </a:solidFill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5C8A"/>
                </a:solidFill>
              </a:defRPr>
            </a:pPr>
            <a:r>
              <a:t>시스템 구조도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444444"/>
                </a:solidFill>
              </a:defRPr>
            </a:pPr>
            <a:r>
              <a:t>일정 입력 → 알람 모듈 → 분석 → 리포트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26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9696"/>
                </a:solidFill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5C8A"/>
                </a:solidFill>
              </a:defRPr>
            </a:pPr>
            <a:r>
              <a:t>주요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444444"/>
                </a:solidFill>
              </a:defRPr>
            </a:pPr>
            <a:r>
              <a:t>• 일정 저장</a:t>
            </a:r>
            <a:br/>
            <a:r>
              <a:t>• 알람 설정</a:t>
            </a:r>
            <a:br/>
            <a:r>
              <a:t>• 알람 종료 팝업</a:t>
            </a:r>
            <a:br/>
            <a:r>
              <a:t>• 응원·폭죽 효과</a:t>
            </a:r>
            <a:br/>
            <a:r>
              <a:t>• 리포트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26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9696"/>
                </a:solidFill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5C8A"/>
                </a:solidFill>
              </a:defRPr>
            </a:pPr>
            <a:r>
              <a:t>기술 스택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444444"/>
                </a:solidFill>
              </a:defRPr>
            </a:pPr>
            <a:r>
              <a:t>HTML, JS, Chart.js, LocalStorage, Python Local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26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9696"/>
                </a:solidFill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5C8A"/>
                </a:solidFill>
              </a:defRPr>
            </a:pPr>
            <a:r>
              <a:t>데이터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444444"/>
                </a:solidFill>
              </a:defRPr>
            </a:pPr>
            <a:r>
              <a:t>smart_alarm_routines</a:t>
            </a:r>
            <a:br/>
            <a:r>
              <a:t>smart_alarm_logs</a:t>
            </a:r>
            <a:br/>
            <a:r>
              <a:t>smart_alarm_analyzed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26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9696"/>
                </a:solidFill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5C8A"/>
                </a:solidFill>
              </a:defRPr>
            </a:pPr>
            <a:r>
              <a:t>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444444"/>
                </a:solidFill>
              </a:defRPr>
            </a:pPr>
            <a:r>
              <a:t>하루를 데이터화하여 피드백으로 전환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26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9696"/>
                </a:solidFill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5C8A"/>
                </a:solidFill>
              </a:defRPr>
            </a:pPr>
            <a:r>
              <a:t>디자인 컨셉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444444"/>
                </a:solidFill>
              </a:defRPr>
            </a:pPr>
            <a:r>
              <a:t>Cospick 감성의 글라스모픽 디자인</a:t>
            </a:r>
            <a:br/>
            <a:r>
              <a:t>핑크톤 (#ff5c8a) 기반 UI/UX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26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9696"/>
                </a:solidFill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5C8A"/>
                </a:solidFill>
              </a:defRPr>
            </a:pPr>
            <a:r>
              <a:t>시연① 일정 등록 &amp; 알람 설정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444444"/>
                </a:solidFill>
              </a:defRPr>
            </a:pPr>
            <a:r>
              <a:t>일정 등록 및 알람 설정 시연 이미지 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26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9696"/>
                </a:solidFill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5C8A"/>
                </a:solidFill>
              </a:defRPr>
            </a:pPr>
            <a:r>
              <a:t>시연② 알람 종료 &amp; 팝업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444444"/>
                </a:solidFill>
              </a:defRPr>
            </a:pPr>
            <a:r>
              <a:t>알람 종료 팝업 및 폭죽 효과 시연 이미지 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26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9696"/>
                </a:solidFill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5C8A"/>
                </a:solidFill>
              </a:defRPr>
            </a:pPr>
            <a:r>
              <a:t>시연③ 리포트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444444"/>
                </a:solidFill>
              </a:defRPr>
            </a:pPr>
            <a:r>
              <a:t>Chart.js 기반 곡선형 점수 그래프 (핑크톤)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26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9696"/>
                </a:solidFill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FF5C8A"/>
                </a:solidFill>
              </a:defRPr>
            </a:pPr>
            <a:r>
              <a:t>🌸 마무리 — 데이터로 하루를 디자인하다.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444444"/>
                </a:solidFill>
              </a:defRPr>
            </a:pPr>
            <a:r>
              <a:t>감성 + 데이터 기반 자기관리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1264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9696"/>
                </a:solidFill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